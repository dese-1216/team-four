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E8C"/>
                </a:solidFill>
              </a:rPr>
              <a:t>DELIVERABLE F · SLIDE 1 OF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</a:rPr>
              <a:t>Predicting Smallholder Crop Yield in Ethiopia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</a:rPr>
              <a:t>Goal: predict yield (tons/ha) from plot survey, weather, and price data, to support input planning (fertilizer, seed) and revenue estimates for smallholder farmers.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</a:rPr>
              <a:t>3 raw data sources: crop_yield_train.csv (15,090 plots, 2021-2024), regional_weather.csv (5 regions × 4 years × 12 months), market_prices.csv (5 crops × 5 regions × 4 years).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</a:rPr>
              <a:t>Each source had real data-quality problems on arrival — fixed in the next step, not hidden.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</a:rPr>
              <a:t>Team Qiyas · Qiyas AI Hackathon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E8C"/>
                </a:solidFill>
              </a:rPr>
              <a:t>DELIVERABLE F · SLIDE 2 OF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</a:rPr>
              <a:t>From Messy Raw Data to One Clean Master Table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</a:rPr>
              <a:t>Fixed: inconsistent region labels (4+ casing variants, plus abbreviations like AMH/SOM only in the weather file), a Tef vs teff spelling mismatch, two different missing-value sentinels (-999 and -999.0), and a birr-per-kg vs birr-per-quintal unit mix-up in the price data.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</a:rPr>
              <a:t>Join design: the plot table is LEFT in both joins (every plot must get a prediction). Weather is aggregated over a 4-month growing-season window (planting month + 3 following months, with year wraparound). Price is joined separately, only for revenue — never a model feature.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➤"/>
            </a:pPr>
            <a:r>
              <a:rPr lang="en-US" sz="1500" i="1" dirty="0">
                <a:solidFill>
                  <a:srgbClr val="B7472A"/>
                </a:solidFill>
              </a:rPr>
              <a:t>➤ FILL IN: exact weather/price match-rate percentages from notebook 01, cell A4 (Join Audit)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8229600" cy="1051560"/>
          </a:xfrm>
          <a:prstGeom prst="rect">
            <a:avLst/>
          </a:prstGeom>
          <a:solidFill>
            <a:srgbClr val="F2F4F7"/>
          </a:solidFill>
          <a:ln w="12700">
            <a:solidFill>
              <a:srgbClr val="6B7A8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333756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8F"/>
                </a:solidFill>
              </a:rPr>
              <a:t>[ Insert figure here: reports/join_diagram.png ]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</a:rPr>
              <a:t>Generated by notebook 01's A3 cell — circles for each table, arrows showing the join direction.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E8C"/>
                </a:solidFill>
              </a:rPr>
              <a:t>DELIVERABLE F · SLIDE 3 OF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</a:rPr>
              <a:t>What the Data Shows Before Modeling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➤"/>
            </a:pPr>
            <a:r>
              <a:rPr lang="en-US" sz="1500" i="1" dirty="0">
                <a:solidFill>
                  <a:srgbClr val="B7472A"/>
                </a:solidFill>
              </a:rPr>
              <a:t>➤ FILL IN: pick the 2 most interesting results from notebook 02 (e.g. which crop/region yields the most and by how much — B2.1/B2.2/B2.3; the improved-seed yield lift — B2.4; or the pest/disease yield gap — B2.5)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F2F4F7"/>
          </a:solidFill>
          <a:ln w="12700">
            <a:solidFill>
              <a:srgbClr val="6B7A8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94360" y="233172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8F"/>
                </a:solidFill>
              </a:rPr>
              <a:t>[ Insert figure here: figures/fig04_region_crop_heatmap.png ]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</a:rPr>
              <a:t>Mean yield by region × crop — generated by notebook 03.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1051560"/>
          </a:xfrm>
          <a:prstGeom prst="rect">
            <a:avLst/>
          </a:prstGeom>
          <a:solidFill>
            <a:srgbClr val="F2F4F7"/>
          </a:solidFill>
          <a:ln w="12700">
            <a:solidFill>
              <a:srgbClr val="6B7A8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94360" y="356616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8F"/>
                </a:solidFill>
              </a:rPr>
              <a:t>[ Insert figure here: figures/&lt;your choice&gt;.png ]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</a:rPr>
              <a:t>Pick a second figure from figures/ that supports your 2 findings above.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E8C"/>
                </a:solidFill>
              </a:rPr>
              <a:t>DELIVERABLE F · SLIDE 4 OF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</a:rPr>
              <a:t>Comparing Models and Picking the Best 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</a:rPr>
              <a:t>Compared 4 model families on a held-out validation split. Winner: hist_gradient_boosting — RMSE 0.478 tons/ha, R² = 0.886 — beating random_forest (0.526), gradient_boosting (0.633), and the linear-regression baseline (0.883) by a wide margin.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</a:rPr>
              <a:t>5-fold cross-validation confirmed it: mean RMSE 0.480, std only 0.012 — a stable result, not a lucky train/validation split.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</a:rPr>
              <a:t>Weather features matter: removing them raises RMSE from 0.478 to 0.517 (+0.040) — the season-window join work paid off.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</a:rPr>
              <a:t>Out-of-time check (train 2021-2023, validate on 2024): RMSE rises modestly to 0.502 (+0.024) — some temporal drift, but not severe.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74904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➤"/>
            </a:pPr>
            <a:r>
              <a:rPr lang="en-US" sz="1500" i="1" dirty="0">
                <a:solidFill>
                  <a:srgbClr val="B7472A"/>
                </a:solidFill>
              </a:rPr>
              <a:t>➤ FILL IN: did the D6.5 blend (hist_gradient_boosting + random_forest average) beat the single tuned model? Final RMSE/R² after tuning + blending, from notebook 04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8229600" cy="1051560"/>
          </a:xfrm>
          <a:prstGeom prst="rect">
            <a:avLst/>
          </a:prstGeom>
          <a:solidFill>
            <a:srgbClr val="F2F4F7"/>
          </a:solidFill>
          <a:ln w="12700">
            <a:solidFill>
              <a:srgbClr val="6B7A8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94360" y="434340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8F"/>
                </a:solidFill>
              </a:rPr>
              <a:t>[ Insert figure here: figures/fig10_model_comparison.png ]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A8F"/>
                </a:solidFill>
              </a:rPr>
              <a:t>Bar chart of validation RMSE per model — generated at the end of notebook 04.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5E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E8C"/>
                </a:solidFill>
              </a:rPr>
              <a:t>DELIVERABLE F · SLIDE 5 OF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33"/>
                </a:solidFill>
              </a:rPr>
              <a:t>Error Analysis, Final Score, Live Demo, Next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</a:rPr>
              <a:t>Hardest crop to predict: maize (mean abs. error 0.47 tons/ha). Easiest: teff (0.27).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</a:rPr>
              <a:t>Hardest region: tigray (mean abs. error 0.40 tons/ha). Easiest: somali (0.20, and zero of the 10 worst-predicted plots were in Somali) — a tigray-specific feature is the top candidate if given more time.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➤"/>
            </a:pPr>
            <a:r>
              <a:rPr lang="en-US" sz="1500" i="1" dirty="0">
                <a:solidFill>
                  <a:srgbClr val="B7472A"/>
                </a:solidFill>
              </a:rPr>
              <a:t>➤ FILL IN: final plain-language score from D9: RMSE/MAE as a percent of mean yield, and the birr/ha average prediction error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1F2A33"/>
                </a:solidFill>
              </a:rPr>
              <a:t>Live demo: streamlit run app/app.py — enter a plot's details, get a predicted yield + estimated revenue, with weather and price looked up automatically (never typed in by hand).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749040"/>
            <a:ext cx="8092440" cy="54864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marL="342900" indent="-342900">
              <a:buSzPct val="100000"/>
              <a:buChar char="➤"/>
            </a:pPr>
            <a:r>
              <a:rPr lang="en-US" sz="1500" i="1" dirty="0">
                <a:solidFill>
                  <a:srgbClr val="B7472A"/>
                </a:solidFill>
              </a:rPr>
              <a:t>➤ FILL IN: which stretch goal would you tackle next — see PROJECT_PLAN.md's stretch-goal list (interactive explorer, regional equity analysis, uncertainty estimation, or a monitoring/drift memo)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2026-10-06T12:28:47Z</dcterms:created>
  <dcterms:modified xsi:type="dcterms:W3CDTF">2026-10-06T12:28:47Z</dcterms:modified>
</cp:coreProperties>
</file>